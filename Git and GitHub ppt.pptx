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27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2665" y="1815489"/>
            <a:ext cx="5694333" cy="571500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0047AB"/>
                </a:solidFill>
              </a:rPr>
              <a:t>Git and GitHub Guide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042665" y="2522455"/>
            <a:ext cx="5694333" cy="571500"/>
          </a:xfrm>
          <a:prstGeom prst="rect">
            <a:avLst/>
          </a:prstGeom>
          <a:noFill/>
          <a:ln/>
        </p:spPr>
        <p:txBody>
          <a:bodyPr wrap="square" lIns="0" tIns="0" rIns="0" bIns="22860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Introduction to Git, GitHub, version control, and collaboration.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63566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003" y="390970"/>
            <a:ext cx="8329996" cy="571500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92524"/>
                </a:solidFill>
              </a:rPr>
              <a:t>What is Git?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131" y="1113366"/>
            <a:ext cx="1302939" cy="111760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881" y="1663700"/>
            <a:ext cx="271335" cy="2709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343572" y="1386862"/>
            <a:ext cx="53934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Project History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343572" y="1672612"/>
            <a:ext cx="53934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Essential tool for managing project history.</a:t>
            </a:r>
            <a:endParaRPr lang="en-US" sz="1333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212" y="2366433"/>
            <a:ext cx="2690672" cy="1117601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2881" y="2789765"/>
            <a:ext cx="271335" cy="27093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37385" y="2639929"/>
            <a:ext cx="46996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Source Code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4037385" y="2957431"/>
            <a:ext cx="4699614" cy="2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Primarily used for source code development.</a:t>
            </a:r>
            <a:endParaRPr lang="en-US" sz="1333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399" y="3619500"/>
            <a:ext cx="4078509" cy="111760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2986" y="4042834"/>
            <a:ext cx="271336" cy="27093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731410" y="3892994"/>
            <a:ext cx="40055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Version Control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4731410" y="4178744"/>
            <a:ext cx="400558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System for tracking changes in files.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2665" y="390970"/>
            <a:ext cx="5694333" cy="571500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92524"/>
                </a:solidFill>
              </a:rPr>
              <a:t>Why Version Control?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665" y="1113367"/>
            <a:ext cx="593547" cy="89746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771" y="1422401"/>
            <a:ext cx="271335" cy="2709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39714" y="1272561"/>
            <a:ext cx="48972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Tracks Changes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839714" y="1558311"/>
            <a:ext cx="48972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Shows what was modified and when.</a:t>
            </a:r>
            <a:endParaRPr lang="en-US" sz="1333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665" y="2002366"/>
            <a:ext cx="593547" cy="89746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771" y="2311401"/>
            <a:ext cx="271335" cy="2709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839714" y="2161562"/>
            <a:ext cx="48972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Enables Collaboration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3839714" y="2447312"/>
            <a:ext cx="48972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Among multiple developers on projects.</a:t>
            </a:r>
            <a:endParaRPr lang="en-US" sz="1333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665" y="2891368"/>
            <a:ext cx="593547" cy="897467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3771" y="3200401"/>
            <a:ext cx="271335" cy="27093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839714" y="3050562"/>
            <a:ext cx="48972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Provides Backup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3839714" y="3336312"/>
            <a:ext cx="48972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Of previous versions of your project.</a:t>
            </a:r>
            <a:endParaRPr lang="en-US" sz="1333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665" y="3780368"/>
            <a:ext cx="593547" cy="897467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3771" y="4089400"/>
            <a:ext cx="271335" cy="270933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3839714" y="3939562"/>
            <a:ext cx="48972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Undo Mistakes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3839714" y="4225312"/>
            <a:ext cx="48972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Revert to earlier project versions.</a:t>
            </a:r>
            <a:endParaRPr lang="en-US" sz="1333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63566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003" y="390970"/>
            <a:ext cx="5694333" cy="571500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92524"/>
                </a:solidFill>
              </a:rPr>
              <a:t>What is GitHub?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7003" y="1113366"/>
            <a:ext cx="2440110" cy="1871134"/>
          </a:xfrm>
          <a:prstGeom prst="roundRect">
            <a:avLst>
              <a:gd name="adj" fmla="val 2839"/>
            </a:avLst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454" y="1240176"/>
            <a:ext cx="21552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Online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9454" y="1525926"/>
            <a:ext cx="215520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For storing and managing Git repositories.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2982781" y="1113366"/>
            <a:ext cx="2440110" cy="1871134"/>
          </a:xfrm>
          <a:prstGeom prst="roundRect">
            <a:avLst>
              <a:gd name="adj" fmla="val 2839"/>
            </a:avLst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5232" y="1240176"/>
            <a:ext cx="21552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Code Sharing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25232" y="1525926"/>
            <a:ext cx="215520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Facilitates code sharing and collaboration.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07003" y="3119967"/>
            <a:ext cx="5287329" cy="1617132"/>
          </a:xfrm>
          <a:prstGeom prst="roundRect">
            <a:avLst>
              <a:gd name="adj" fmla="val 3801"/>
            </a:avLst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454" y="3246776"/>
            <a:ext cx="50024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Work Together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9454" y="3532526"/>
            <a:ext cx="50024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Enables developers to work through internet.</a:t>
            </a:r>
            <a:endParaRPr lang="en-US" sz="1333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38" y="0"/>
            <a:ext cx="263566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003" y="390970"/>
            <a:ext cx="8329996" cy="571500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92524"/>
                </a:solidFill>
              </a:rPr>
              <a:t>Git vs.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7003" y="1113369"/>
            <a:ext cx="832979" cy="804333"/>
          </a:xfrm>
          <a:prstGeom prst="rect">
            <a:avLst/>
          </a:prstGeom>
          <a:solidFill>
            <a:srgbClr val="0047AB"/>
          </a:solidFill>
          <a:ln w="12700">
            <a:solidFill>
              <a:srgbClr val="1E5FC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04" y="1388535"/>
            <a:ext cx="254377" cy="2540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5649" y="1230228"/>
            <a:ext cx="7361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5649" y="1515978"/>
            <a:ext cx="7361350" cy="25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Version control tool, works locally.</a:t>
            </a:r>
            <a:endParaRPr lang="en-US" sz="1333" dirty="0"/>
          </a:p>
        </p:txBody>
      </p:sp>
      <p:sp>
        <p:nvSpPr>
          <p:cNvPr id="7" name="Shape 4"/>
          <p:cNvSpPr/>
          <p:nvPr/>
        </p:nvSpPr>
        <p:spPr>
          <a:xfrm>
            <a:off x="407003" y="2053168"/>
            <a:ext cx="1665957" cy="804333"/>
          </a:xfrm>
          <a:prstGeom prst="rect">
            <a:avLst/>
          </a:prstGeom>
          <a:solidFill>
            <a:srgbClr val="0047AB"/>
          </a:solidFill>
          <a:ln w="12700">
            <a:solidFill>
              <a:srgbClr val="1E5FC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793" y="2328333"/>
            <a:ext cx="254377" cy="2540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08628" y="2170029"/>
            <a:ext cx="65283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GitHub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208628" y="2455779"/>
            <a:ext cx="6528371" cy="25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Online platform, works on the cloud.</a:t>
            </a:r>
            <a:endParaRPr lang="en-US" sz="1333" dirty="0"/>
          </a:p>
        </p:txBody>
      </p:sp>
      <p:sp>
        <p:nvSpPr>
          <p:cNvPr id="11" name="Shape 7"/>
          <p:cNvSpPr/>
          <p:nvPr/>
        </p:nvSpPr>
        <p:spPr>
          <a:xfrm>
            <a:off x="407003" y="2992969"/>
            <a:ext cx="2498935" cy="804333"/>
          </a:xfrm>
          <a:prstGeom prst="rect">
            <a:avLst/>
          </a:prstGeom>
          <a:solidFill>
            <a:srgbClr val="0047AB"/>
          </a:solidFill>
          <a:ln w="12700">
            <a:solidFill>
              <a:srgbClr val="1E5FC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282" y="3268136"/>
            <a:ext cx="254377" cy="2539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41605" y="3109830"/>
            <a:ext cx="56953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 Tracks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041605" y="3395580"/>
            <a:ext cx="5695393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Tracks file changes and versions.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407003" y="3932767"/>
            <a:ext cx="3331913" cy="804333"/>
          </a:xfrm>
          <a:prstGeom prst="rect">
            <a:avLst/>
          </a:prstGeom>
          <a:solidFill>
            <a:srgbClr val="0047AB"/>
          </a:solidFill>
          <a:ln w="12700">
            <a:solidFill>
              <a:srgbClr val="1E5FC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5771" y="4207933"/>
            <a:ext cx="254377" cy="2540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74584" y="4049629"/>
            <a:ext cx="48624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GitHub Helps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874584" y="4335379"/>
            <a:ext cx="4862414" cy="25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Helps developers collaborate on code.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003" y="390970"/>
            <a:ext cx="5694333" cy="571500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92524"/>
                </a:solidFill>
              </a:rPr>
              <a:t>Git Commands: Intro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7003" y="1113369"/>
            <a:ext cx="2440110" cy="1871132"/>
          </a:xfrm>
          <a:prstGeom prst="roundRect">
            <a:avLst>
              <a:gd name="adj" fmla="val 2839"/>
            </a:avLst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454" y="1240176"/>
            <a:ext cx="21552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Instructions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9454" y="1525926"/>
            <a:ext cx="215520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Used to interact with Git directly.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2982781" y="1113369"/>
            <a:ext cx="2440110" cy="1871132"/>
          </a:xfrm>
          <a:prstGeom prst="roundRect">
            <a:avLst>
              <a:gd name="adj" fmla="val 2839"/>
            </a:avLst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5232" y="1240176"/>
            <a:ext cx="21552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Manage Changes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25232" y="1525926"/>
            <a:ext cx="215520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Track changes in project's files.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07003" y="3119967"/>
            <a:ext cx="5287329" cy="1617133"/>
          </a:xfrm>
          <a:prstGeom prst="roundRect">
            <a:avLst>
              <a:gd name="adj" fmla="val 3801"/>
            </a:avLst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454" y="3246777"/>
            <a:ext cx="50024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Control History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9454" y="3532527"/>
            <a:ext cx="5002427" cy="25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Essential for controlling project history.</a:t>
            </a:r>
            <a:endParaRPr lang="en-US" sz="1333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38" y="0"/>
            <a:ext cx="2635662" cy="51435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A590430D-D296-4C47-83A6-4D512B19C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338" y="0"/>
            <a:ext cx="263566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003" y="390970"/>
            <a:ext cx="8329996" cy="571500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92524"/>
                </a:solidFill>
              </a:rPr>
              <a:t>Git Command Workflow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637" y="1113369"/>
            <a:ext cx="956033" cy="80433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986" y="1460077"/>
            <a:ext cx="271336" cy="2709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70172" y="1230228"/>
            <a:ext cx="55668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 Push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170172" y="1515978"/>
            <a:ext cx="5566827" cy="25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Upload changes to remote repository.</a:t>
            </a:r>
            <a:endParaRPr lang="en-US" sz="1333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0225" y="2053168"/>
            <a:ext cx="1996858" cy="804333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2986" y="2319867"/>
            <a:ext cx="271336" cy="27093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690585" y="2170029"/>
            <a:ext cx="50464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 Commit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3690585" y="2455779"/>
            <a:ext cx="5046414" cy="25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Save changes with a message.</a:t>
            </a:r>
            <a:endParaRPr lang="en-US" sz="1333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812" y="2992969"/>
            <a:ext cx="3037684" cy="804333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2986" y="3259668"/>
            <a:ext cx="271336" cy="27093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210997" y="3109830"/>
            <a:ext cx="45260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 Add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4210997" y="3395580"/>
            <a:ext cx="4526002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Add files to the staging area.</a:t>
            </a:r>
            <a:endParaRPr lang="en-US" sz="1333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399" y="3932767"/>
            <a:ext cx="4078509" cy="804333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2986" y="4199469"/>
            <a:ext cx="271336" cy="27093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731410" y="4049629"/>
            <a:ext cx="40055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92524"/>
                </a:solidFill>
              </a:rPr>
              <a:t>Git Init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4731410" y="4335379"/>
            <a:ext cx="4005589" cy="254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33" dirty="0">
                <a:solidFill>
                  <a:srgbClr val="292524"/>
                </a:solidFill>
              </a:rPr>
              <a:t>Initialize a new Git repository.</a:t>
            </a:r>
            <a:endParaRPr lang="en-US" sz="13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92A5A3-F879-2977-9C10-0F9CACF1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223</Words>
  <Application>Microsoft Office PowerPoint</Application>
  <PresentationFormat>On-screen Show (16:9)</PresentationFormat>
  <Paragraphs>57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Monish E</cp:lastModifiedBy>
  <cp:revision>3</cp:revision>
  <dcterms:created xsi:type="dcterms:W3CDTF">2026-03-09T17:03:56Z</dcterms:created>
  <dcterms:modified xsi:type="dcterms:W3CDTF">2026-03-09T17:19:29Z</dcterms:modified>
</cp:coreProperties>
</file>